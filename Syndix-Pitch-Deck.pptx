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86384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B74"/>
                </a:solidFill>
                <a:latin typeface="Consolas"/>
              </a:rPr>
              <a:t>SYNDIX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60604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4F4F5"/>
                </a:solidFill>
                <a:latin typeface="Inter"/>
              </a:rPr>
              <a:t>The newsroom that pays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4F4F5"/>
                </a:solidFill>
                <a:latin typeface="Inter"/>
              </a:rPr>
              <a:t>its readers.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452628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An autonomous AI news syndicate on GIWA L2. Agents write each issue from live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chain state. Every verified human who reads one is paid in ETH.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74"/>
                </a:solidFill>
                <a:latin typeface="Consolas"/>
              </a:rPr>
              <a:t>GIWA GASOK  ·  Track 04 AI/Web3 + Track 02 Consumer/Social  ·  chain 91342  ·  syndix.xyz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Attention is the product.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The reader never sees a cent.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2004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Publishing monetises attention by selling it to advertisers. The reader produces the value and receives none of it.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Paying readers directly has been impractical for two reasons, and both are properties of the chain rather than the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89204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51206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4F4F5"/>
                </a:solidFill>
                <a:latin typeface="Inter"/>
              </a:rPr>
              <a:t>1.  A meaningful micro-reward costs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4F4F5"/>
                </a:solidFill>
                <a:latin typeface="Inter"/>
              </a:rPr>
              <a:t>     more to send than it is worth.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4184" y="4892040"/>
            <a:ext cx="4937760" cy="105156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36792" y="51206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4F4F5"/>
                </a:solidFill>
                <a:latin typeface="Inter"/>
              </a:rPr>
              <a:t>2.  An open reward pool is drained by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4F4F5"/>
                </a:solidFill>
                <a:latin typeface="Inter"/>
              </a:rPr>
              <a:t>     scripts faster than humans can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WHY THIS IS ONLY VIABLE ON GIWA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The reward is 166× the gas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needed to deliver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32918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2416" y="352958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4F4F5"/>
                </a:solidFill>
                <a:latin typeface="Consolas"/>
              </a:rPr>
              <a:t>0.00003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41879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ETH REWARD PER READER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32918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2958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4F4F5"/>
                </a:solidFill>
                <a:latin typeface="Consolas"/>
              </a:rPr>
              <a:t>0.00000018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ETH GAS TO DELIVER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27264" y="32918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83296" y="352958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4D92FF"/>
                </a:solidFill>
                <a:latin typeface="Consolas"/>
              </a:rPr>
              <a:t>166×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41879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REWARD-TO-COST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0292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A"/>
                </a:solidFill>
                <a:latin typeface="Inter"/>
              </a:rPr>
              <a:t>On Ethereum L1 that ratio inverts and the product cannot exist. GIWA's ~1s blocks and sub-cent fees are not a convenience here, they are the precondition.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A"/>
                </a:solidFill>
                <a:latin typeface="Inter"/>
              </a:rPr>
              <a:t>Flashblocks confirm the claim in about 200ms, so the reward lands while the reader is still looking at the button.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THE SECOND BLOCKER: SYBIL RESISTANCE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We cannot claim our own reward.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1460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The gate is Upbit Web3 Names — soul-bound, one per verified wallet, issued by GIWA through Dojang attestation. Syndix reads it and cannot write it.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Our own deployer wallet holds no genuine up.id, so the treasury refuses its claim. That is the point: a protocol that can issue itself the credential it checks has not built a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709160"/>
            <a:ext cx="10241280" cy="114300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00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4956048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4F4F5"/>
                </a:solidFill>
                <a:latin typeface="Consolas"/>
              </a:rPr>
              <a:t>UpIdReaderRegistry.isVerified(wallet)  →  UPNAME.balanceOf(wallet) &gt; 0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4F4F5"/>
                </a:solidFill>
                <a:latin typeface="Consolas"/>
              </a:rPr>
              <a:t>One human, one name, one claim per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A newsroom, not a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A1A1AA"/>
                </a:solidFill>
                <a:latin typeface="Inter"/>
              </a:rPr>
              <a:t>Nobody submits an article, so nothing is moderated.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971800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4" y="31272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92FF"/>
                </a:solidFill>
                <a:latin typeface="Consolas"/>
              </a:rPr>
              <a:t>1.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2384" y="3127248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Read GIWA head state and gas price from the Flashblocks RPC.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666744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0704" y="382219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92FF"/>
                </a:solidFill>
                <a:latin typeface="Consolas"/>
              </a:rPr>
              <a:t>2. 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3822192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gpt-4.1 writes the issue against a strict JSON schema.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361688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" y="4517136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92FF"/>
                </a:solidFill>
                <a:latin typeface="Consolas"/>
              </a:rPr>
              <a:t>3. 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4517136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Body goes to IPFS. Publishing is blocked if pinning fails.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5056632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60704" y="5212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92FF"/>
                </a:solidFill>
                <a:latin typeface="Consolas"/>
              </a:rPr>
              <a:t>4. PUBLISH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521208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publishArticle records it; the attached ETH is the reward pool.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751576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60704" y="5907024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D92FF"/>
                </a:solidFill>
                <a:latin typeface="Consolas"/>
              </a:rPr>
              <a:t>5. READ &amp;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5907024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The reader proves attention, then submits their own claim.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THE HARD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Proving the attention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actually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063240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A1A1AA"/>
                </a:solidFill>
                <a:latin typeface="Inter"/>
              </a:rPr>
              <a:t>Client-reported dwell time is worthless. A claim would cost one HTTP request with no page load at all.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A1A1AA"/>
                </a:solidFill>
                <a:latin typeface="Inter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A1A1AA"/>
                </a:solidFill>
                <a:latin typeface="Inter"/>
              </a:rPr>
              <a:t>So the server keeps the clock. A signed session is stamped on open, the page beats with its scroll depth, and beats arriving faster than real time are refused.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44184" y="3017520"/>
            <a:ext cx="4983480" cy="283464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18504" y="32186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No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53144" y="321868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22C55E"/>
                </a:solidFill>
                <a:latin typeface="Consolas"/>
              </a:rPr>
              <a:t>refused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363931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Edited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144" y="363931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22C55E"/>
                </a:solidFill>
                <a:latin typeface="Consolas"/>
              </a:rPr>
              <a:t>refused, HMAC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405993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Spammed heartbeats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3144" y="4059936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22C55E"/>
                </a:solidFill>
                <a:latin typeface="Consolas"/>
              </a:rPr>
              <a:t>too soon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448056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Full scroll, no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144" y="44805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22C55E"/>
                </a:solidFill>
                <a:latin typeface="Consolas"/>
              </a:rPr>
              <a:t>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9011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Full time, no scroll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4901184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22C55E"/>
                </a:solidFill>
                <a:latin typeface="Consolas"/>
              </a:rPr>
              <a:t>refused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532180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Session from another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532180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22C55E"/>
                </a:solidFill>
                <a:latin typeface="Consolas"/>
              </a:rPr>
              <a:t>refused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321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6B74"/>
                </a:solidFill>
                <a:latin typeface="Inter"/>
              </a:rPr>
              <a:t>Stated plainly: this proves time and scrolling, not comprehension. It prevents instant and bulk claiming, and up.id caps a human at one claim per issue.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SHIPPED, ON TESTNET,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Not a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6060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2416" y="284378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4F4F5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350215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ISSUES PUBLISHED ONCHAIN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26060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94176" y="284378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4F4F5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50215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WALLETS PAID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26060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45936" y="284378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4D92FF"/>
                </a:solidFill>
                <a:latin typeface="Consolas"/>
              </a:rPr>
              <a:t>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350215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FOUNDRY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41663" y="260604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97695" y="284378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4D92FF"/>
                </a:solidFill>
                <a:latin typeface="Consola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5" y="35021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VERIFIED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2976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Consolas"/>
              </a:rPr>
              <a:t>SyndixTreasury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42976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B74"/>
                </a:solidFill>
                <a:latin typeface="Inter"/>
              </a:rPr>
              <a:t>pools, claims, solvency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70001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Consolas"/>
              </a:rPr>
              <a:t>SyndixArticleNFT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4700016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B74"/>
                </a:solidFill>
                <a:latin typeface="Inter"/>
              </a:rPr>
              <a:t>two-level open edition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10235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Consolas"/>
              </a:rPr>
              <a:t>UpIdReaderRegistry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51023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B74"/>
                </a:solidFill>
                <a:latin typeface="Inter"/>
              </a:rPr>
              <a:t>sybil gate over up.id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50468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Consolas"/>
              </a:rPr>
              <a:t>SyndixPaymaster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55046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B74"/>
                </a:solidFill>
                <a:latin typeface="Inter"/>
              </a:rPr>
              <a:t>ERC-4337 v0.7, staked and funded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989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74"/>
                </a:solidFill>
                <a:latin typeface="Consolas"/>
              </a:rPr>
              <a:t>All verified on the GIWA explorer  ·  read at block 32,093,340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SUSTAINABILITY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We do not invent money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to pay readers.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10896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A1A1AA"/>
                </a:solidFill>
                <a:latin typeface="Inter"/>
              </a:rPr>
              <a:t>We redirect the advertising budget one step further down the chain. Today an advertiser pays a publisher to harvest a reader's attention and the reader gets nothing. Here the sponsor's money lands in the reader's wallet and the protocol takes a capped fee.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4434840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4645152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It is a better ad product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Proof of read is onchain, so there are no phantom impressions. One up.id is one human, so there is no bot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4434840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4645152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The sponsor can verify it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SyndixSponsorship splits each deposit into a capped fee and a reader share no owner function can reach.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UNIT ECONOMICS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4F4F5"/>
                </a:solidFill>
                <a:latin typeface="Inter"/>
              </a:rPr>
              <a:t>The margin arrives with the audience.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743200"/>
            <a:ext cx="10241280" cy="50292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0704" y="288950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3984" y="288950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TODAY, 20 READERS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88950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Inter"/>
              </a:rPr>
              <a:t>AT 1,000 READERS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246120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0704" y="34198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Inter"/>
              </a:rPr>
              <a:t>Reward cost per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34198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$1.14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34198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$57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813048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60704" y="398678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Inter"/>
              </a:rPr>
              <a:t>Generation + 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398678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~$0.03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398678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~$3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379976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60704" y="45537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Inter"/>
              </a:rPr>
              <a:t>Sponsor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5537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n/a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5537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$150 – $300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4946904"/>
            <a:ext cx="10241280" cy="566928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60704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4F4F5"/>
                </a:solidFill>
                <a:latin typeface="Inter"/>
              </a:rPr>
              <a:t>Margin per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1A1AA"/>
                </a:solidFill>
                <a:latin typeface="Consolas"/>
              </a:rPr>
              <a:t>subsidised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4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C55E"/>
                </a:solidFill>
                <a:latin typeface="Consolas"/>
              </a:rPr>
              <a:t>$90 – $240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62356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6B6B74"/>
                </a:solidFill>
                <a:latin typeface="Inter"/>
              </a:rPr>
              <a:t>Newsletter sponsorships run $25–50 CPM against unverified audiences. Proven attention justifies the top of that band. The grant is the runway to build the audience that makes it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WHAT IS REAL AND WHAT IS NOT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We publish our own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A"/>
                </a:solidFill>
                <a:latin typeface="Inter"/>
              </a:rPr>
              <a:t>Every surface in the app that shows something other than live chain data says so. The same table is on syndix.xyz/protocol.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92608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0704" y="31272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2C55E"/>
                </a:solidFill>
                <a:latin typeface="Inter"/>
              </a:rPr>
              <a:t>REAL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34930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Smart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7947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Reader reward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0965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Proof of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439826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up.id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700016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Issue content + IPFS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500176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Analytics from event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3035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x402 settlement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2926080"/>
            <a:ext cx="4937760" cy="292608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64224" y="31272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9E0B"/>
                </a:solidFill>
                <a:latin typeface="Inter"/>
              </a:rPr>
              <a:t>NOT YET, AND SAID 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4930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Autonomous publishing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7947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Sponsorship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0965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Gasless via ERC-4337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439826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1A1AA"/>
                </a:solidFill>
                <a:latin typeface="Inter"/>
              </a:rPr>
              <a:t>KRW denomination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489204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Two of these are already written and tested as contracts, awaiting deployment: SyndixPublisher and SyndixSponsorship.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6384" y="932688"/>
            <a:ext cx="658368" cy="50292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1234440"/>
            <a:ext cx="106189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4F4F5"/>
                </a:solidFill>
                <a:latin typeface="Inter"/>
              </a:rPr>
              <a:t>Each item closes a named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6517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D92F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2651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4F4F5"/>
                </a:solidFill>
                <a:latin typeface="Inter"/>
              </a:rPr>
              <a:t>Unattended newsroom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1184" y="26517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Deploy SyndixPublisher and schedule the pipeline, without an owner key on a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4015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D92FF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34015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4F4F5"/>
                </a:solidFill>
                <a:latin typeface="Inter"/>
              </a:rPr>
              <a:t>Sponsored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4" y="340156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Deploy SyndixSponsorship. Turn the treasury from a subsidy into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5137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D92FF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415137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4F4F5"/>
                </a:solidFill>
                <a:latin typeface="Inter"/>
              </a:rPr>
              <a:t>Comprehension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4151376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Raise proof of read above time and scroll, using the issue's own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901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D92FF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490118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4F4F5"/>
                </a:solidFill>
                <a:latin typeface="Inter"/>
              </a:rPr>
              <a:t>Gasless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49011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The paymaster is deployed and funded; it waits on a bundler for chain 91342.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6509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D92FF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56509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4F4F5"/>
                </a:solidFill>
                <a:latin typeface="Inter"/>
              </a:rPr>
              <a:t>KRW denomination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5650992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1A1AA"/>
                </a:solidFill>
                <a:latin typeface="Inter"/>
              </a:rPr>
              <a:t>SyndixStableTreasury is written and tested. A 100 KRW promise pays 100 KRW.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6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86384" y="1737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B74"/>
                </a:solidFill>
                <a:latin typeface="Inter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1488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4F4F5"/>
                </a:solidFill>
                <a:latin typeface="Inter"/>
              </a:rPr>
              <a:t>Fund the audience that makes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4F4F5"/>
                </a:solidFill>
                <a:latin typeface="Inter"/>
              </a:rPr>
              <a:t>the economics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88620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A1A1AA"/>
                </a:solidFill>
                <a:latin typeface="Inter"/>
              </a:rPr>
              <a:t>The protocol is built, deployed and honest about its gaps. What it does not have yet is readers. A GASOK grant funds roughly 350,000 reader rewards at today's rate — which is the runway from subsidy to sponsorship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5257800"/>
            <a:ext cx="10241280" cy="822960"/>
          </a:xfrm>
          <a:prstGeom prst="roundRect">
            <a:avLst>
              <a:gd name="adj" fmla="val 6000"/>
            </a:avLst>
          </a:prstGeom>
          <a:solidFill>
            <a:srgbClr val="14141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5468112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4F4F5"/>
                </a:solidFill>
                <a:latin typeface="Consolas"/>
              </a:rPr>
              <a:t>syndix.xyz   ·   syndix.xyz/tech   ·   github.com/mrnetwork0001/Syndix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Syndix · GIWA GASOK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8031" y="62910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B74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